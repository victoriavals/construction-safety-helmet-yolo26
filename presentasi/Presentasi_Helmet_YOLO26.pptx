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Pembuka: perkenalkan diri &amp; judul. Proyek: pipeline lengkap deteksi helm K3 (Helmet/No-Helmet/Person) dengan YOLO26s, dari analisis data hingga model siap deploy + demo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Konteks K3: helm krusial tapi pengawasan manual tak efektif. Computer vision memantau otomatis &amp; real-time. Kelas No-Helmet paling penting (menandai pelanggaran).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Tujuan: pipeline utuh &amp; terdokumentasi, bukan sekadar melatih model. Tantangan: GPU 8 GB. Setiap keputusan teknis berbasis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Sumber, ukuran, format YOLO, 3 kelas. Penting: data mentah (ukuran beragam, tanpa augmentasi Roboflow) — relevan untuk slide pre-processing.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Pipeline sebagai metodologi: tiap tahap = script + notebook. Fitur rekayasa: konfigurasi terpusat &amp; fallback OOM agar tetap jalan di 8 GB.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Justifikasi model: one-stage cepat (real-time), varian small agar muat 8 GB &amp; tetap cepat. Sebutkan jumlah parameter &amp; kecepatan.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Ketimpangan kelas: No-Helmet paling sedikit, padahal terpenting untuk K3 → benang merah ke recall rendah di evaluasi.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Justifikasi data untuk imgsz=640: banyak objek kecil; menurunkan resolusi menghilangkan mereka.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Bias spasial: helm di atas, orang di tengah. Memandu pilihan augmentasi (mis. tak flip vertikal).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Gambar padat → ambang NMS penting. Gambar background menekan false 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Kejujuran data: ada label nyasar/terpotong/duplikat. Pipeline membuang yang invalid. Menjelaskan sebagian error.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Cek kebocoran data antar-split untuk validitas evaluasi — menunjukkan kesadaran metodologis.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Pre-processing ada tapi otomatis di runtime (letterbox+normalisasi+augmentasi). Manual = redundan &amp; berisiko merusak objek kecil.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Jelaskan tiap parameter &amp; alasannya. Tekankan: imgsz 640 (objek kecil), batch 8 + fallback OOM (VRAM 8 GB), patience 15 (anti-overfit), AMP (efisiensi). optimizer='auto' penting — akan dibahas di tuning.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Augmentasi dijustifikasi konteks: mosaic &amp; scale untuk objek kecil/variasi; HSV untuk low-light; flip horizontal aman tapi vertikal/rotasi dimatikan (tak realistis); erasing untuk oklusi.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wujud nyata data setelah augmentasi (mosaic). Inilah yang masuk ke model, menjelaskan slide augmentasi sebelumnya.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Dashboard Ultralytics: loss menurun, metrik meningkat. Best di epoch 40 → early stopping bekerja. Tunjukkan tidak ada divergensi (training sehat).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Metrik final (best@40). Precision tinggi, recall moderat = konservatif. Confusion matrix menunjukkan kelas mana tertukar (mis. No-Helmet ↔ Helmet/Person). Kaitkan ke imbalance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Bukti kualitatif model belajar: prediksi pada batch validasi. Bandingkan dengan val_batch0_labels.jpg (GT). Soroti objek yang terlewat = kasus sulit.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Tuning sengaja ringan &amp; terkurasi (4 eksperimen) demi VRAM 8 GB. Variasi pada lr0, epochs, weight_decay. Pemenang dipilih berlapis: mAP50-95 dulu, lalu recall, lalu stabilitas.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Pemenang = baseline. Poin akademik: tuning tak selalu menaikkan skor — di sini mengonfirmasi konfigurasi awal sudah optimal. Hasil yang valid &amp; jujur.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Temuan analitis terkuat: dua lr berbeda hasil identik → lr0 diabaikan optimizer='auto'. Tunjukkan pemahaman mendalam framework — nilai plus untuk sidang.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Konfirmasi: yang berpengaruh adalah jumlah epoch, bukan lr0. Dasar saran: epoch lebih banyak / early-stopping.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Evaluasi pada conf=0.25 (titik operasi) — ini sebabnya mAP eval lebih rendah dari mAP training (benchmark conf~0.001). iou=0.5 untuk NMS. Dievaluasi di val DAN test untuk cek generalisasi.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Selisih mAP50-95 val vs test hanya ~0,047 (&lt; 0,10) → generalisasi BAIK, tak ada overfitting parah (selaras EDA: split representatif). Catatan: test recall malah lebih tinggi, precision lebih rendah — model di test lebih 'berani'. mAP eval &lt; mAP training karena conf=0.25 (titik operasi) vs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Per-kelas: kelas mana tertukar/terlewat. No-Helmet biasanya paling lemah (imbalance + objek kecil). Hubungkan ke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Kurva PR menunjukkan trade-off &amp; AP per kelas. Kelas yang kurvanya 'jatuh' lebih cepat = lebih sulit (objek kecil/minoritas).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Tunjukkan hasil deteksi nyata pada gambar. Diskusikan kasus benar &amp; yang terlewat.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Sisi aplikatif: model mendeteksi &amp; memberi peringatan K3 saat ada pelanggaran. Angka nyata dari ringkasan inference. Tekankan nilai praktis untuk keselamatan.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Export ke ONNX untuk deployment (lepas dari PyTorch), akurasi terjaga. Sebutkan demo web yang dibangun (Vercel + HF FastAPI).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Jujur soal keterbatasan: recall belum tinggi, data menantang, tuning lr tak efektif karena framework. Penguji menghargai kesadaran kritis &amp; pemahaman batas.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Kesimpulan menyeluruh: pipeline lengkap berhasil, model bekerja &amp; menggeneralisasi, tiap keputusan berbasis data. Tekankan benang merah masalah (objek kecil/No-Helmet) dari EDA→evaluasi, dan kontribusi reproducibility +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Arah perbaikan konkret berbasis temuan: resolusi lebih tinggi, lebih banyak data No-Helmet, optimizer eksplisit, atasi kebocoran data, lalu deployment &amp; uji lapangan.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Penutup &amp; Q&amp;A. Siapkan jawaban untuk pertanyaan umum: kenapa recall rendah, cara atasi imbalance, kenapa optimizer='auto' penting, rencana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Deteksi Keselamatan Helm Konstruksi</a:t>
            </a:r>
          </a:p>
          <a:p>
            <a:pPr>
              <a:defRPr sz="2200">
                <a:solidFill>
                  <a:srgbClr val="BBCCEE"/>
                </a:solidFill>
              </a:defRPr>
            </a:pPr>
            <a:r>
              <a:t>Object Detection 3 Kelas Berbasis YOLO26s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[Nama Anda]  •  [NIM]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[Program Studi / Instansi]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[Tanggal Sidang]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Latar Belakang &amp; Masalah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K3 konstruksi: helm wajib, tapi kepatuhan sulit dipantau manual.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Pelanggaran 'tidak memakai helm' berisiko cedera kepala fatal.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Pengawasan CCTV manual: lelah, lambat, tidak konsisten.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Solusi: deteksi otomatis berbasis computer vision (object detection).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3 kelas: Helmet (pakai) · No-Helmet (tidak pakai) · Person.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Tujuan &amp; Kontribusi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Membangun pipeline deteksi helm 3 kelas yang lengkap &amp; reproducible.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Tahap: EDA → pre-processing → training → tuning → evaluasi → inference → export.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Efisien di GPU terbatas (RTX 4060 Ti, 8 GB VRAM).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Model siap-deploy (ONNX) + demo web + tiap keputusan dijustifikasi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Sumber: Roboflow 'construction-safety-helmet' (CC BY 4.0).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Total 19.456 gambar — train 15.555 / valid 1.945 / test 1.945.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Format YOLO: satu .txt per gambar (class cx cy w h ternormalisasi).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3 kelas: 0=Helmet, 1=No-Helmet, 2=Person.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Roboflow: 'No pre-processing or augmentation applied' → data MENTAH.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Metodologi —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8 tahap modular (script src/ + notebook visual):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Cek GPU → EDA → Pre-processing (runtime) → Training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→ Tuning → Evaluasi → Inference → Export (ONNX)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Konfigurasi terpusat (config.yaml); output ke runs/.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Ketahanan: fallback OOM otomatis batch 8→4→2, logging, exit-code.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Mengapa YOLO26s?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YOLO = detektor satu-tahap: cepat, cocok real-time/CCTV.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Varian 'small' (yolo26s): ~9,4 juta parameter, ~20,5 GFLOPs.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Seimbang akurasi vs beban komputasi; muat di VRAM 8 GB.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Kecepatan inferensi ~2,8 ms/gambar di GPU (~350+ FPS).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Distribusi Kelas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No-Helmet adalah kelas MINORITAS.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Imbalance → recall kelas minoritas berisiko rendah.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Padahal No-Helmet paling penting (pelanggaran K3).</a:t>
            </a:r>
          </a:p>
        </p:txBody>
      </p:sp>
      <p:pic>
        <p:nvPicPr>
          <p:cNvPr id="5" name="Picture 4" descr="02_eda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23619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Distribusi bounding box per kelas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Ukuran Objek (kenapa imgsz=640)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Porsi objek KECIL signifikan (small &lt; 32²px @640).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Objek kecil → resolusi rendah menghapus detail.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Justifikasi: pertahankan imgsz=640.</a:t>
            </a:r>
          </a:p>
        </p:txBody>
      </p:sp>
      <p:pic>
        <p:nvPicPr>
          <p:cNvPr id="5" name="Picture 4" descr="02_eda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2187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Distribusi area bbox &amp; komposisi small/medium/large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Posisi Objek (Heatmap)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Objek terkonsentrasi di area tertentu (helm di atas).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Model mempelajari bias posisi ini.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Memandu augmentasi yang aman (crop/flip).</a:t>
            </a:r>
          </a:p>
        </p:txBody>
      </p:sp>
      <p:pic>
        <p:nvPicPr>
          <p:cNvPr id="5" name="Picture 4" descr="02_eda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15533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Peta panas posisi objek (overall &amp; per kelas)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Kepadatan Objek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Sebagian gambar padat → kotak bertumpuk.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→ ambang NMS (iou) berpengaruh.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Gambar tanpa anotasi = contoh background.</a:t>
            </a:r>
          </a:p>
        </p:txBody>
      </p:sp>
      <p:pic>
        <p:nvPicPr>
          <p:cNvPr id="5" name="Picture 4" descr="02_eda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218905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Distribusi jumlah objek per gambar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Kualitas Anotasi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Label nyasar, objek sangat kecil, objek terpotong, dugaan duplikat.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Noise anotasi menambah kesulitan; sebagian dibuang pipeline.</a:t>
            </a:r>
          </a:p>
        </p:txBody>
      </p:sp>
      <p:pic>
        <p:nvPicPr>
          <p:cNvPr id="5" name="Picture 4" descr="02_eda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42706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Diagnostik kualitas anotasi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EDA — Kebocoran Data antar-Split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Uji near-duplicate (perceptual hash + Hamming).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Kebocoran → metrik val/test terlalu optimis.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Diagnostik penting untuk validitas evaluasi.</a:t>
            </a:r>
          </a:p>
        </p:txBody>
      </p:sp>
      <p:pic>
        <p:nvPicPr>
          <p:cNvPr id="5" name="Picture 4" descr="02_eda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21876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Jarak Hamming minimum val/test ke train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Pre-processing (Otomatis, Runtime)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Dataset mentah → TIDAK ada script pre-processing terpisah (sengaja).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Ditangani OTOMATIS oleh Ultralytics saat training/inferensi: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1. Letterbox: resize jaga rasio + padding ke 640×640.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2. Normalisasi piksel 0–255 → 0–1.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3. Augmentasi (saat training) — lihat slide berikut.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Alasan: dataset read-only &amp; Ultralytics menangani sendiri (manual = redundan/berisiko).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Parameter &amp; Alasan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45920"/>
                <a:gridCol w="68580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Nilai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Mengapa dipilih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yolo26s.pt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Small: muat 8 GB, cepat, akurasi cukup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imgsz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Banyak objek kecil (EDA) → resolusi memadai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Cukup konvergen untuk dataset 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patience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Early-stopping: berhenti bila tak membaik (cegah overfit, hemat waktu)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batch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Batas VRAM 8 GB @640; fallback OOM 8→4→2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amp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True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Mixed precision: hemat VRAM &amp; lebih cepat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optimizer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auto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Ultralytics pilih AdamW + lr otomatis (praktis) — catatan: mengabaikan lr0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lr0 / lrf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0.01 / 0.01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Lr awal &amp; faktor lr akhir (penjadwalan menurun)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momentum / weight_decay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0.937 / 0.0005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Default YOLO; weight_decay = regularisasi cegah overfit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warmup_epochs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Lr naik bertahap di awal → stabilkan training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Reproducibility (hasil dapat diulang)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Augmentasi &amp; Alasan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6751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Augmentasi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Nilai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Mengapa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mosaic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Gabung 4 gambar → variasi konteks &amp; skala (bagus utk objek kecil)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close_mosaic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Matikan mosaic 10 epoch terakhir → fine-tune pada gambar asli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hsv_h/s/v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0.015/0.7/0.4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Jitter warna → tahan variasi pencahayaan (data blur/low-light)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fliplr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Flip horizontal 50% → objek simetris kiri-kanan, aman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flipud / degrees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 /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TIDAK flip vertikal/rotasi → orang &amp; helm tak terbalik di dunia nyata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scale / translate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0.5 / 0.1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Variasi skala &amp; posisi → robust ukuran/posisi objek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erasing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Random erasing → robust terhadap oklusi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mixup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Dimatikan (dapat membingungkan untuk deteksi)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Preview Augmentasi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Batch nyata yang 'dilihat' model setelah letterbox + mosaic.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Gabungan 4 gambar, jitter warna, flip — bukan gambar asli.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Memperkaya variasi data tanpa menambah anotasi.</a:t>
            </a:r>
          </a:p>
        </p:txBody>
      </p:sp>
      <p:pic>
        <p:nvPicPr>
          <p:cNvPr id="5" name="Picture 4" descr="train_batch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46634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train_batch0.jpg — batch training ter-augmentasi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Kurva Proses (per Epoch)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Loss (box/cls/dfl) train &amp; val turun → model belajar.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Metrik (P/R/mAP) naik &amp; stabil menjelang akhir.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Best model di epoch 40 (early-stopping patience=15).</a:t>
            </a:r>
          </a:p>
        </p:txBody>
      </p:sp>
      <p:pic>
        <p:nvPicPr>
          <p:cNvPr id="5" name="Picture 4" descr="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3337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results.png — kurva loss &amp; metrik per epoch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Hasil &amp;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Precision 0.848 · Recall 0.708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mAP50 0.786 · mAP50-95 0.508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Pola: Precision ≫ Recall → model KONSERVATIF.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Deteksi akurat, sebagian objek terlewat (recall).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Confusion: kelas mana paling tertukar/terlewat.</a:t>
            </a:r>
          </a:p>
        </p:txBody>
      </p:sp>
      <p:pic>
        <p:nvPicPr>
          <p:cNvPr id="5" name="Picture 4" descr="confusion_matrix_normal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43000"/>
            <a:ext cx="621792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Confusion matrix (ternormalisasi) — validasi training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Training — Prediksi pada Batch Validasi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Kiri-kanan: ground-truth vs prediksi model.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Kualitatif: model mengenali helm &amp; orang dengan baik.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Objek kecil/oklusi: kadang terlewat (recall).</a:t>
            </a:r>
          </a:p>
        </p:txBody>
      </p:sp>
      <p:pic>
        <p:nvPicPr>
          <p:cNvPr id="5" name="Picture 4" descr="val_batch0_pr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46634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val_batch0_pred.jpg — prediksi model pada validasi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Tuning — Rancangan &amp; Alasan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20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377440"/>
                <a:gridCol w="59436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Aspek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Nilai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Mengapa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Jumlah eksperimen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maks 4 (terkurasi)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Ringan &amp; aman untuk GPU 8 GB (bukan grid search berat)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Variasi lr0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0.01 / 0.005 / 0.003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Eksplorasi learning rate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Variasi 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50 / 40 / 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Cek pengaruh durasi training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Variasi weight_decay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0.0005 / 0.0001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Cek pengaruh regularisasi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hanya small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Lindungi VRAM 8 GB (medium/large ditolak)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Fallback OOM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batch 8→4→2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Tetap jalan bila kehabisan memori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Kriteria pemenang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mAP50-95 → recall → stabilitas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Utamakan akurasi lokalisasi, lalu sensitivitas, lalu kestabilan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Tuning — Hasil 4 Eksperimen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exp_01 (lr0.01, 50ep): mAP50-95 0,508 ← PEMENANG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exp_02 (lr0.005, 50ep): 0,508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exp_03 (lr0.003, 40ep): 0,473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exp_04 (lr0.005, 30ep): 0,469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Pemenang = konfigurasi baseline → tuning MENGONFIRMASI baseline optimal.</a:t>
            </a:r>
          </a:p>
        </p:txBody>
      </p:sp>
      <p:pic>
        <p:nvPicPr>
          <p:cNvPr id="5" name="Picture 4" descr="05_tun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36953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Perbandingan mAP50-95 antar eksperimen (pemenang disorot)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Tuning — Temuan: lr0 Diabaikan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exp_01 (lr0.01) &amp; exp_02 (lr0.005) IDENTIK sampai 5 desimal.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Sebab: optimizer='auto' menentukan lr sendiri → MENGABAIKAN lr0.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Jadi variasi lr0 tak berefek; faktor nyata = jumlah epoch.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Pelajaran: pahami perilaku framework (bukan asumsi).</a:t>
            </a:r>
          </a:p>
        </p:txBody>
      </p:sp>
      <p:pic>
        <p:nvPicPr>
          <p:cNvPr id="5" name="Picture 4" descr="05_tun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071" y="1143000"/>
            <a:ext cx="6250257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Heatmap perbandingan metrik antar eksperimen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Tuning — Pengaruh Jumlah Epoch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50 epoch &gt; 40 &gt; 30 (mAP50-95 0,508 &gt; 0,473 &gt; 0,469).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Menambah epoch membantu konvergensi (sampai titik tertentu).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lr0 tidak berefek (optimizer='auto') → epoch yang menentukan.</a:t>
            </a:r>
          </a:p>
        </p:txBody>
      </p:sp>
      <p:pic>
        <p:nvPicPr>
          <p:cNvPr id="5" name="Picture 4" descr="05_tun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395228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Metrik vs jumlah epoch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Evaluasi — Parameter &amp; Alasan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24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112471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66751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Nilai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Mengapa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conf (threshold)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Titik OPERASI nyata (bukan 0.001 benchmark) → cerminkan penggunaan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iou (NMS)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Ambang buang kotak tumpang-tindih saat prediksi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imgsz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640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Sama dengan training (konsistensi)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split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val + test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Ukur generalisasi (val vs test)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sample prediksi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12 gambar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Verifikasi kualitatif hasil deteksi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Evaluasi — Val vs Test (Generalisasi)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555555"/>
                </a:solidFill>
              </a:defRPr>
            </a:pPr>
            <a:r>
              <a:t>Angka pada conf=0.25; mAP50-95 train (benchmark) = 0,508.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50876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834640"/>
                <a:gridCol w="2834640"/>
                <a:gridCol w="283464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Metrik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Validation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Selisih (val−test)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0.845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+0.143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0.711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0.751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-0.040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mAP50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0.687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0.648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+0.039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3A5F"/>
                          </a:solidFill>
                        </a:defRPr>
                      </a:pPr>
                      <a:r>
                        <a:t>mAP50-95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0.453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0.405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555555"/>
                          </a:solidFill>
                        </a:defRPr>
                      </a:pPr>
                      <a:r>
                        <a:t>+0.048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Evaluasi — Confusion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Pola kesalahan antar kelas pada validation.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Diagonal = benar; off-diagonal = tertukar.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No-Helmet paling menantang (minoritas + objek kecil).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143000"/>
            <a:ext cx="621792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Confusion matrix — evaluasi validation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Evaluasi — Kurva Precision-Recall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Kurva PR per kelas: area di bawah = AP.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Kelas dengan kurva lebih rendah = lebih sulit.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Dasar memilih titik operasi (conf).</a:t>
            </a:r>
          </a:p>
        </p:txBody>
      </p:sp>
      <p:pic>
        <p:nvPicPr>
          <p:cNvPr id="5" name="Picture 4" descr="Box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445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Kurva Precision-Recall per kelas (validation)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Evaluasi — Contoh Prediksi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Sample prediksi pada gambar validasi nyata.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Kotak + label + confidence per objek.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Verifikasi kualitatif kualitas deteksi.</a:t>
            </a:r>
          </a:p>
        </p:txBody>
      </p:sp>
      <p:pic>
        <p:nvPicPr>
          <p:cNvPr id="5" name="Picture 4" descr="image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294699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Contoh hasil prediksi (validation)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Inference &amp; Peringatan K3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29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Deteksi pada gambar uji: Helmet 8 · Person 7 · No-Helmet 1.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Sistem memunculkan PERINGATAN K3 otomatis saat ada No-Helmet.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Mendukung gambar / folder / video.</a:t>
            </a:r>
          </a:p>
        </p:txBody>
      </p:sp>
      <p:pic>
        <p:nvPicPr>
          <p:cNvPr id="5" name="Picture 4" descr="ppe_0855_png_jpg.rf.yQ34bQFHHa5jHuwcW3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143000"/>
            <a:ext cx="466344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Contoh inference + peringatan K3 (terdeteksi 1 No-Helmet)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Export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143000"/>
            <a:ext cx="44805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Model diekspor ke ONNX (runs/export/best.onnx) — siap deploy.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Paritas PyTorch vs ONNX terjaga → akurasi sama.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Demo web: frontend (Vercel) + backend FastAPI (Hugging Face).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Alternatif in-browser ONNX (tanpa server).</a:t>
            </a:r>
          </a:p>
        </p:txBody>
      </p:sp>
      <p:pic>
        <p:nvPicPr>
          <p:cNvPr id="5" name="Picture 4" descr="07_export_model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0640" y="1143000"/>
            <a:ext cx="6675120" cy="37547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5943600"/>
            <a:ext cx="6675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555555"/>
                </a:solidFill>
              </a:defRPr>
            </a:pPr>
            <a:r>
              <a:t>Ukuran model antar-format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Diskusi &amp; Keterbatasan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Recall moderat (~0,71): objek kecil &amp; No-Helmet paling terdampak.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Kualitas data: blur/low-light, label nyasar, potensi kebocoran antar-split.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Tuning lr0 tak efektif (optimizer='auto') → faktor nyata = epoch.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Metrik eval (conf 0.25) lebih rendah dari benchmark training — wajar (titik operasi).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Kesimpulan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Pipeline deteksi helm 3 kelas yang LENGKAP &amp; reproducible berhasil dibangun (8 tahap).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Model baseline yolo26s — training mAP50-95 0.508 (best epoch 40);</a:t>
            </a:r>
          </a:p>
          <a:p>
            <a:pPr lvl="1">
              <a:spcAft>
                <a:spcPts val="600"/>
              </a:spcAft>
              <a:defRPr sz="1400">
                <a:solidFill>
                  <a:srgbClr val="555555"/>
                </a:solidFill>
              </a:defRPr>
            </a:pPr>
            <a:r>
              <a:t>– evaluasi (conf 0.25): val 0.453 · test 0.405 → generalisasi baik (selisih ~0,047).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Karakter: precision tinggi (~0,85), recall moderat (~0,71) → konservatif.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Tantangan utama (objek kecil &amp; No-Helmet) konsisten dari EDA hingga evaluasi.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Tuning mengonfirmasi konfigurasi baseline optimal; temuan lr0 diabaikan optimizer='auto'.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Setiap keputusan parameter dijustifikasi data; model diekspor (ONNX) + demo web siap pakai.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Saran &amp; Pekerjaan Mendatang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295" y="27432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>
                <a:solidFill>
                  <a:srgbClr val="FFFFFF"/>
                </a:solidFill>
              </a:defRPr>
            </a:pPr>
            <a:r>
              <a:t>33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Naikkan recall: imgsz lebih tinggi (768) untuk objek kecil; tambah data No-Helmet.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Augmentasi terarah untuk kelas minoritas / objek kecil.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Set optimizer eksplisit (SGD/AdamW) agar tuning learning rate efektif.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Bersihkan/periksa kebocoran data antar-split untuk evaluasi lebih jujur.</a:t>
            </a:r>
          </a:p>
          <a:p>
            <a:pPr>
              <a:spcAft>
                <a:spcPts val="600"/>
              </a:spcAft>
              <a:defRPr sz="1600">
                <a:solidFill>
                  <a:srgbClr val="1F3A5F"/>
                </a:solidFill>
              </a:defRPr>
            </a:pPr>
            <a:r>
              <a:t>• Deploy nyata (HF Space + Vercel) &amp; uji pada rekaman CCTV lapangan.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Terima Kasih</a:t>
            </a:r>
          </a:p>
          <a:p>
            <a:pPr>
              <a:defRPr sz="2200">
                <a:solidFill>
                  <a:srgbClr val="BBCCEE"/>
                </a:solidFill>
              </a:defRPr>
            </a:pPr>
            <a:r>
              <a:t>Diskusi &amp; Tanya Jawab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Siap menjawab: recall rendah · imbalance · optimizer='auto' · rencana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